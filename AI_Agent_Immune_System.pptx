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9"/>
  </p:normalViewPr>
  <p:slideViewPr>
    <p:cSldViewPr snapToGrid="0" snapToObjects="1">
      <p:cViewPr varScale="1">
        <p:scale>
          <a:sx n="115" d="100"/>
          <a:sy n="115" d="100"/>
        </p:scale>
        <p:origin x="664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AC201-1406-A04F-8B90-B782B4902B09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EC2EF-0D2E-F340-BBBB-4609D638E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2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C2EF-0D2E-F340-BBBB-4609D638EA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7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E1C492-6A9F-99BD-29DC-AA9879555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14" y="-13447"/>
            <a:ext cx="12451994" cy="69924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FC82A7-E7DB-2A69-B7B4-60B0A775AD8E}"/>
              </a:ext>
            </a:extLst>
          </p:cNvPr>
          <p:cNvSpPr txBox="1"/>
          <p:nvPr/>
        </p:nvSpPr>
        <p:spPr>
          <a:xfrm>
            <a:off x="9547412" y="4706477"/>
            <a:ext cx="19535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Abhishek Bansal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Amal Nair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Darshan H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Puneet Singhwaiya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Sanjay BN</a:t>
            </a:r>
          </a:p>
        </p:txBody>
      </p:sp>
    </p:spTree>
    <p:extLst>
      <p:ext uri="{BB962C8B-B14F-4D97-AF65-F5344CB8AC3E}">
        <p14:creationId xmlns:p14="http://schemas.microsoft.com/office/powerpoint/2010/main" val="402232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CEC1-9181-304F-0CAD-C8B7C331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95B52-DD16-7C3D-DDA9-FD19DFDA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FD5220-89D5-217D-81CF-35FE7753D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94" y="-80682"/>
            <a:ext cx="12278587" cy="695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4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8C58-079D-DE8A-EAC6-5A0C7EF2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22F8A-1189-672C-D931-6995C6663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C70240-1614-7483-44AE-EB9C9919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050" y="-13448"/>
            <a:ext cx="12341662" cy="688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8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14EC-0114-CA10-2383-1A2DDC24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0FF16-2495-6E4E-3DB9-D15D706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611C42-41FD-8412-8E20-47F5E5C73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918" y="-58947"/>
            <a:ext cx="12599894" cy="703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3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D244-F601-0A79-6222-837BF7EF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1FE5-E377-028A-E7A4-A8419DF91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995392-42D0-7EB1-A390-91CAE0AEE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889" y="-107576"/>
            <a:ext cx="12359948" cy="69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9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AED7-06B7-0EA1-D8EB-9185D34B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4353-4168-DBA9-E9D9-021D8A09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A398E9-2DD1-C5D5-FD74-9717AE801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131" y="-94129"/>
            <a:ext cx="12555978" cy="702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72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</Words>
  <Application>Microsoft Macintosh PowerPoint</Application>
  <PresentationFormat>Widescreen</PresentationFormat>
  <Paragraphs>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abbansa2</cp:lastModifiedBy>
  <cp:revision>2</cp:revision>
  <dcterms:created xsi:type="dcterms:W3CDTF">2013-01-27T09:14:16Z</dcterms:created>
  <dcterms:modified xsi:type="dcterms:W3CDTF">2026-02-06T10:26:03Z</dcterms:modified>
  <cp:category/>
</cp:coreProperties>
</file>